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sldIdLst>
    <p:sldId id="256" r:id="rId2"/>
    <p:sldId id="257" r:id="rId3"/>
    <p:sldId id="259" r:id="rId4"/>
    <p:sldId id="260" r:id="rId5"/>
    <p:sldId id="270" r:id="rId6"/>
    <p:sldId id="267" r:id="rId7"/>
    <p:sldId id="266" r:id="rId8"/>
    <p:sldId id="261" r:id="rId9"/>
    <p:sldId id="262" r:id="rId10"/>
    <p:sldId id="263" r:id="rId11"/>
    <p:sldId id="264" r:id="rId12"/>
    <p:sldId id="265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humathi S" userId="84cc7a686912fe65" providerId="LiveId" clId="{67C48E11-83B9-4CF9-BAE2-9D5ED5FA63A5}"/>
    <pc:docChg chg="undo custSel addSld delSld modSld sldOrd">
      <pc:chgData name="Indhumathi S" userId="84cc7a686912fe65" providerId="LiveId" clId="{67C48E11-83B9-4CF9-BAE2-9D5ED5FA63A5}" dt="2026-01-09T14:18:20.936" v="1015" actId="20577"/>
      <pc:docMkLst>
        <pc:docMk/>
      </pc:docMkLst>
      <pc:sldChg chg="modSp">
        <pc:chgData name="Indhumathi S" userId="84cc7a686912fe65" providerId="LiveId" clId="{67C48E11-83B9-4CF9-BAE2-9D5ED5FA63A5}" dt="2026-01-07T15:05:59.790" v="5"/>
        <pc:sldMkLst>
          <pc:docMk/>
          <pc:sldMk cId="1070464418" sldId="256"/>
        </pc:sldMkLst>
        <pc:spChg chg="mod">
          <ac:chgData name="Indhumathi S" userId="84cc7a686912fe65" providerId="LiveId" clId="{67C48E11-83B9-4CF9-BAE2-9D5ED5FA63A5}" dt="2026-01-07T15:05:59.790" v="5"/>
          <ac:spMkLst>
            <pc:docMk/>
            <pc:sldMk cId="1070464418" sldId="256"/>
            <ac:spMk id="2" creationId="{F2F4D542-C75A-48E7-0E67-F2DCAA16F44B}"/>
          </ac:spMkLst>
        </pc:spChg>
        <pc:spChg chg="mod">
          <ac:chgData name="Indhumathi S" userId="84cc7a686912fe65" providerId="LiveId" clId="{67C48E11-83B9-4CF9-BAE2-9D5ED5FA63A5}" dt="2026-01-07T15:05:59.790" v="5"/>
          <ac:spMkLst>
            <pc:docMk/>
            <pc:sldMk cId="1070464418" sldId="256"/>
            <ac:spMk id="3" creationId="{53CB3664-4062-68E3-3AEC-F70C89E29FCA}"/>
          </ac:spMkLst>
        </pc:spChg>
      </pc:sldChg>
      <pc:sldChg chg="addSp modSp new mod">
        <pc:chgData name="Indhumathi S" userId="84cc7a686912fe65" providerId="LiveId" clId="{67C48E11-83B9-4CF9-BAE2-9D5ED5FA63A5}" dt="2026-01-08T07:54:58.674" v="546" actId="20577"/>
        <pc:sldMkLst>
          <pc:docMk/>
          <pc:sldMk cId="2504087877" sldId="257"/>
        </pc:sldMkLst>
        <pc:spChg chg="mod">
          <ac:chgData name="Indhumathi S" userId="84cc7a686912fe65" providerId="LiveId" clId="{67C48E11-83B9-4CF9-BAE2-9D5ED5FA63A5}" dt="2026-01-07T15:29:58.527" v="62" actId="14100"/>
          <ac:spMkLst>
            <pc:docMk/>
            <pc:sldMk cId="2504087877" sldId="257"/>
            <ac:spMk id="2" creationId="{90C9D54A-2B09-664F-7CFB-734833D0D879}"/>
          </ac:spMkLst>
        </pc:spChg>
        <pc:spChg chg="mod">
          <ac:chgData name="Indhumathi S" userId="84cc7a686912fe65" providerId="LiveId" clId="{67C48E11-83B9-4CF9-BAE2-9D5ED5FA63A5}" dt="2026-01-08T07:54:58.674" v="546" actId="20577"/>
          <ac:spMkLst>
            <pc:docMk/>
            <pc:sldMk cId="2504087877" sldId="257"/>
            <ac:spMk id="3" creationId="{5A2E31BA-34B1-F96E-3787-83E745C3C03E}"/>
          </ac:spMkLst>
        </pc:spChg>
        <pc:spChg chg="add">
          <ac:chgData name="Indhumathi S" userId="84cc7a686912fe65" providerId="LiveId" clId="{67C48E11-83B9-4CF9-BAE2-9D5ED5FA63A5}" dt="2026-01-08T07:54:37.807" v="541"/>
          <ac:spMkLst>
            <pc:docMk/>
            <pc:sldMk cId="2504087877" sldId="257"/>
            <ac:spMk id="4" creationId="{B9EB3114-3276-3FB2-6D9C-2BE293C93E88}"/>
          </ac:spMkLst>
        </pc:spChg>
      </pc:sldChg>
      <pc:sldChg chg="addSp delSp modSp new del mod">
        <pc:chgData name="Indhumathi S" userId="84cc7a686912fe65" providerId="LiveId" clId="{67C48E11-83B9-4CF9-BAE2-9D5ED5FA63A5}" dt="2026-01-08T14:43:53.914" v="583" actId="2696"/>
        <pc:sldMkLst>
          <pc:docMk/>
          <pc:sldMk cId="4015878862" sldId="258"/>
        </pc:sldMkLst>
        <pc:spChg chg="mod">
          <ac:chgData name="Indhumathi S" userId="84cc7a686912fe65" providerId="LiveId" clId="{67C48E11-83B9-4CF9-BAE2-9D5ED5FA63A5}" dt="2026-01-08T07:57:17.092" v="550" actId="20577"/>
          <ac:spMkLst>
            <pc:docMk/>
            <pc:sldMk cId="4015878862" sldId="258"/>
            <ac:spMk id="3" creationId="{343F3D79-6AC4-3126-F9D9-3F07EA43276D}"/>
          </ac:spMkLst>
        </pc:spChg>
      </pc:sldChg>
      <pc:sldChg chg="addSp modSp new mod">
        <pc:chgData name="Indhumathi S" userId="84cc7a686912fe65" providerId="LiveId" clId="{67C48E11-83B9-4CF9-BAE2-9D5ED5FA63A5}" dt="2026-01-08T05:54:28.644" v="521" actId="14100"/>
        <pc:sldMkLst>
          <pc:docMk/>
          <pc:sldMk cId="2954851965" sldId="259"/>
        </pc:sldMkLst>
        <pc:spChg chg="mod">
          <ac:chgData name="Indhumathi S" userId="84cc7a686912fe65" providerId="LiveId" clId="{67C48E11-83B9-4CF9-BAE2-9D5ED5FA63A5}" dt="2026-01-07T16:20:55.064" v="364" actId="14100"/>
          <ac:spMkLst>
            <pc:docMk/>
            <pc:sldMk cId="2954851965" sldId="259"/>
            <ac:spMk id="2" creationId="{F45A2330-89FC-2107-D6E7-940BCDB1D731}"/>
          </ac:spMkLst>
        </pc:spChg>
        <pc:spChg chg="mod">
          <ac:chgData name="Indhumathi S" userId="84cc7a686912fe65" providerId="LiveId" clId="{67C48E11-83B9-4CF9-BAE2-9D5ED5FA63A5}" dt="2026-01-08T05:53:27.060" v="515" actId="5793"/>
          <ac:spMkLst>
            <pc:docMk/>
            <pc:sldMk cId="2954851965" sldId="259"/>
            <ac:spMk id="3" creationId="{BC0CDA18-36DF-9A00-804B-E4F49F87CBFB}"/>
          </ac:spMkLst>
        </pc:spChg>
        <pc:picChg chg="add mod">
          <ac:chgData name="Indhumathi S" userId="84cc7a686912fe65" providerId="LiveId" clId="{67C48E11-83B9-4CF9-BAE2-9D5ED5FA63A5}" dt="2026-01-08T05:54:28.644" v="521" actId="14100"/>
          <ac:picMkLst>
            <pc:docMk/>
            <pc:sldMk cId="2954851965" sldId="259"/>
            <ac:picMk id="5" creationId="{EC06FC2B-8160-210B-5FB7-808861443693}"/>
          </ac:picMkLst>
        </pc:picChg>
      </pc:sldChg>
      <pc:sldChg chg="addSp delSp modSp new mod ord">
        <pc:chgData name="Indhumathi S" userId="84cc7a686912fe65" providerId="LiveId" clId="{67C48E11-83B9-4CF9-BAE2-9D5ED5FA63A5}" dt="2026-01-08T07:59:28.306" v="563" actId="1076"/>
        <pc:sldMkLst>
          <pc:docMk/>
          <pc:sldMk cId="4050384228" sldId="260"/>
        </pc:sldMkLst>
        <pc:spChg chg="mod">
          <ac:chgData name="Indhumathi S" userId="84cc7a686912fe65" providerId="LiveId" clId="{67C48E11-83B9-4CF9-BAE2-9D5ED5FA63A5}" dt="2026-01-07T16:20:27.447" v="362" actId="2711"/>
          <ac:spMkLst>
            <pc:docMk/>
            <pc:sldMk cId="4050384228" sldId="260"/>
            <ac:spMk id="2" creationId="{BCD9937B-4139-D0D4-2165-10FD98A8795A}"/>
          </ac:spMkLst>
        </pc:spChg>
        <pc:spChg chg="mod">
          <ac:chgData name="Indhumathi S" userId="84cc7a686912fe65" providerId="LiveId" clId="{67C48E11-83B9-4CF9-BAE2-9D5ED5FA63A5}" dt="2026-01-08T07:59:14.909" v="558" actId="6549"/>
          <ac:spMkLst>
            <pc:docMk/>
            <pc:sldMk cId="4050384228" sldId="260"/>
            <ac:spMk id="3" creationId="{1E1E657A-BEF0-4D50-DBC6-7DF9EA37C3C7}"/>
          </ac:spMkLst>
        </pc:spChg>
        <pc:picChg chg="add mod">
          <ac:chgData name="Indhumathi S" userId="84cc7a686912fe65" providerId="LiveId" clId="{67C48E11-83B9-4CF9-BAE2-9D5ED5FA63A5}" dt="2026-01-08T07:59:22.642" v="561" actId="14100"/>
          <ac:picMkLst>
            <pc:docMk/>
            <pc:sldMk cId="4050384228" sldId="260"/>
            <ac:picMk id="7" creationId="{59BB6CB3-4DD4-E74E-48B5-1091BB68E803}"/>
          </ac:picMkLst>
        </pc:picChg>
        <pc:picChg chg="add mod">
          <ac:chgData name="Indhumathi S" userId="84cc7a686912fe65" providerId="LiveId" clId="{67C48E11-83B9-4CF9-BAE2-9D5ED5FA63A5}" dt="2026-01-08T07:59:28.306" v="563" actId="1076"/>
          <ac:picMkLst>
            <pc:docMk/>
            <pc:sldMk cId="4050384228" sldId="260"/>
            <ac:picMk id="11" creationId="{59712513-79F3-79F2-A675-96479F44CBD5}"/>
          </ac:picMkLst>
        </pc:picChg>
      </pc:sldChg>
      <pc:sldChg chg="addSp delSp modSp new mod">
        <pc:chgData name="Indhumathi S" userId="84cc7a686912fe65" providerId="LiveId" clId="{67C48E11-83B9-4CF9-BAE2-9D5ED5FA63A5}" dt="2026-01-07T16:20:19.513" v="361" actId="2711"/>
        <pc:sldMkLst>
          <pc:docMk/>
          <pc:sldMk cId="1269824135" sldId="261"/>
        </pc:sldMkLst>
        <pc:spChg chg="mod">
          <ac:chgData name="Indhumathi S" userId="84cc7a686912fe65" providerId="LiveId" clId="{67C48E11-83B9-4CF9-BAE2-9D5ED5FA63A5}" dt="2026-01-07T16:20:19.513" v="361" actId="2711"/>
          <ac:spMkLst>
            <pc:docMk/>
            <pc:sldMk cId="1269824135" sldId="261"/>
            <ac:spMk id="2" creationId="{8D0AD27B-D23A-C3EF-2A92-3E0494F34C49}"/>
          </ac:spMkLst>
        </pc:spChg>
        <pc:spChg chg="add mod">
          <ac:chgData name="Indhumathi S" userId="84cc7a686912fe65" providerId="LiveId" clId="{67C48E11-83B9-4CF9-BAE2-9D5ED5FA63A5}" dt="2026-01-07T16:18:25.562" v="330" actId="478"/>
          <ac:spMkLst>
            <pc:docMk/>
            <pc:sldMk cId="1269824135" sldId="261"/>
            <ac:spMk id="7" creationId="{908AB823-1D74-0A7E-6FB3-91AC650CB3EA}"/>
          </ac:spMkLst>
        </pc:spChg>
        <pc:picChg chg="add mod">
          <ac:chgData name="Indhumathi S" userId="84cc7a686912fe65" providerId="LiveId" clId="{67C48E11-83B9-4CF9-BAE2-9D5ED5FA63A5}" dt="2026-01-07T16:20:02.443" v="359" actId="14100"/>
          <ac:picMkLst>
            <pc:docMk/>
            <pc:sldMk cId="1269824135" sldId="261"/>
            <ac:picMk id="9" creationId="{7E8EC0C2-4087-5906-C8EA-76BDC2F1BE6F}"/>
          </ac:picMkLst>
        </pc:picChg>
      </pc:sldChg>
      <pc:sldChg chg="addSp modSp new mod">
        <pc:chgData name="Indhumathi S" userId="84cc7a686912fe65" providerId="LiveId" clId="{67C48E11-83B9-4CF9-BAE2-9D5ED5FA63A5}" dt="2026-01-09T08:06:16.278" v="601" actId="1036"/>
        <pc:sldMkLst>
          <pc:docMk/>
          <pc:sldMk cId="1073967958" sldId="262"/>
        </pc:sldMkLst>
        <pc:spChg chg="mod">
          <ac:chgData name="Indhumathi S" userId="84cc7a686912fe65" providerId="LiveId" clId="{67C48E11-83B9-4CF9-BAE2-9D5ED5FA63A5}" dt="2026-01-07T16:23:24.081" v="388" actId="14100"/>
          <ac:spMkLst>
            <pc:docMk/>
            <pc:sldMk cId="1073967958" sldId="262"/>
            <ac:spMk id="2" creationId="{E7108261-9CC3-F1AA-FF87-FFD10A733A85}"/>
          </ac:spMkLst>
        </pc:spChg>
        <pc:picChg chg="add mod">
          <ac:chgData name="Indhumathi S" userId="84cc7a686912fe65" providerId="LiveId" clId="{67C48E11-83B9-4CF9-BAE2-9D5ED5FA63A5}" dt="2026-01-09T08:06:16.278" v="601" actId="1036"/>
          <ac:picMkLst>
            <pc:docMk/>
            <pc:sldMk cId="1073967958" sldId="262"/>
            <ac:picMk id="5" creationId="{3ECA18DB-0A91-A18E-B45E-3AE9B8526B93}"/>
          </ac:picMkLst>
        </pc:picChg>
      </pc:sldChg>
      <pc:sldChg chg="addSp delSp modSp new mod">
        <pc:chgData name="Indhumathi S" userId="84cc7a686912fe65" providerId="LiveId" clId="{67C48E11-83B9-4CF9-BAE2-9D5ED5FA63A5}" dt="2026-01-09T08:15:51.842" v="603" actId="14100"/>
        <pc:sldMkLst>
          <pc:docMk/>
          <pc:sldMk cId="1608026738" sldId="263"/>
        </pc:sldMkLst>
        <pc:spChg chg="mod">
          <ac:chgData name="Indhumathi S" userId="84cc7a686912fe65" providerId="LiveId" clId="{67C48E11-83B9-4CF9-BAE2-9D5ED5FA63A5}" dt="2026-01-07T16:32:43.216" v="417" actId="2711"/>
          <ac:spMkLst>
            <pc:docMk/>
            <pc:sldMk cId="1608026738" sldId="263"/>
            <ac:spMk id="2" creationId="{11385A43-0719-F87C-736A-A07AE7316981}"/>
          </ac:spMkLst>
        </pc:spChg>
        <pc:spChg chg="mod">
          <ac:chgData name="Indhumathi S" userId="84cc7a686912fe65" providerId="LiveId" clId="{67C48E11-83B9-4CF9-BAE2-9D5ED5FA63A5}" dt="2026-01-07T16:32:38.897" v="416"/>
          <ac:spMkLst>
            <pc:docMk/>
            <pc:sldMk cId="1608026738" sldId="263"/>
            <ac:spMk id="3" creationId="{A11682DD-5A08-8C6D-F7D5-07D43F65CE77}"/>
          </ac:spMkLst>
        </pc:spChg>
        <pc:picChg chg="add mod">
          <ac:chgData name="Indhumathi S" userId="84cc7a686912fe65" providerId="LiveId" clId="{67C48E11-83B9-4CF9-BAE2-9D5ED5FA63A5}" dt="2026-01-09T08:15:51.842" v="603" actId="14100"/>
          <ac:picMkLst>
            <pc:docMk/>
            <pc:sldMk cId="1608026738" sldId="263"/>
            <ac:picMk id="7" creationId="{AF5E62A9-825F-4F9E-025F-141FA973687B}"/>
          </ac:picMkLst>
        </pc:picChg>
      </pc:sldChg>
      <pc:sldChg chg="addSp delSp modSp new mod">
        <pc:chgData name="Indhumathi S" userId="84cc7a686912fe65" providerId="LiveId" clId="{67C48E11-83B9-4CF9-BAE2-9D5ED5FA63A5}" dt="2026-01-08T08:02:22.914" v="577" actId="20577"/>
        <pc:sldMkLst>
          <pc:docMk/>
          <pc:sldMk cId="1936510539" sldId="264"/>
        </pc:sldMkLst>
        <pc:spChg chg="mod">
          <ac:chgData name="Indhumathi S" userId="84cc7a686912fe65" providerId="LiveId" clId="{67C48E11-83B9-4CF9-BAE2-9D5ED5FA63A5}" dt="2026-01-07T16:35:01.600" v="450" actId="14100"/>
          <ac:spMkLst>
            <pc:docMk/>
            <pc:sldMk cId="1936510539" sldId="264"/>
            <ac:spMk id="2" creationId="{62704EB6-5220-963B-C040-FACC270C4205}"/>
          </ac:spMkLst>
        </pc:spChg>
        <pc:spChg chg="mod">
          <ac:chgData name="Indhumathi S" userId="84cc7a686912fe65" providerId="LiveId" clId="{67C48E11-83B9-4CF9-BAE2-9D5ED5FA63A5}" dt="2026-01-08T08:02:22.914" v="577" actId="20577"/>
          <ac:spMkLst>
            <pc:docMk/>
            <pc:sldMk cId="1936510539" sldId="264"/>
            <ac:spMk id="3" creationId="{DF31BEFB-78E5-682C-E1E4-DA95F305BED8}"/>
          </ac:spMkLst>
        </pc:spChg>
      </pc:sldChg>
      <pc:sldChg chg="modSp new mod">
        <pc:chgData name="Indhumathi S" userId="84cc7a686912fe65" providerId="LiveId" clId="{67C48E11-83B9-4CF9-BAE2-9D5ED5FA63A5}" dt="2026-01-08T08:04:25.448" v="582" actId="20577"/>
        <pc:sldMkLst>
          <pc:docMk/>
          <pc:sldMk cId="1881827545" sldId="265"/>
        </pc:sldMkLst>
        <pc:spChg chg="mod">
          <ac:chgData name="Indhumathi S" userId="84cc7a686912fe65" providerId="LiveId" clId="{67C48E11-83B9-4CF9-BAE2-9D5ED5FA63A5}" dt="2026-01-07T16:35:57.241" v="458" actId="113"/>
          <ac:spMkLst>
            <pc:docMk/>
            <pc:sldMk cId="1881827545" sldId="265"/>
            <ac:spMk id="2" creationId="{46F4B76F-F7C4-7914-0AE2-9F05C2ABCD07}"/>
          </ac:spMkLst>
        </pc:spChg>
        <pc:spChg chg="mod">
          <ac:chgData name="Indhumathi S" userId="84cc7a686912fe65" providerId="LiveId" clId="{67C48E11-83B9-4CF9-BAE2-9D5ED5FA63A5}" dt="2026-01-08T08:04:25.448" v="582" actId="20577"/>
          <ac:spMkLst>
            <pc:docMk/>
            <pc:sldMk cId="1881827545" sldId="265"/>
            <ac:spMk id="3" creationId="{35854B71-9235-BC1B-E410-544E127B3165}"/>
          </ac:spMkLst>
        </pc:spChg>
      </pc:sldChg>
      <pc:sldChg chg="addSp delSp modSp new mod ord">
        <pc:chgData name="Indhumathi S" userId="84cc7a686912fe65" providerId="LiveId" clId="{67C48E11-83B9-4CF9-BAE2-9D5ED5FA63A5}" dt="2026-01-09T13:38:32.962" v="609" actId="1076"/>
        <pc:sldMkLst>
          <pc:docMk/>
          <pc:sldMk cId="929662162" sldId="266"/>
        </pc:sldMkLst>
        <pc:spChg chg="mod">
          <ac:chgData name="Indhumathi S" userId="84cc7a686912fe65" providerId="LiveId" clId="{67C48E11-83B9-4CF9-BAE2-9D5ED5FA63A5}" dt="2026-01-07T16:40:05.920" v="475" actId="1076"/>
          <ac:spMkLst>
            <pc:docMk/>
            <pc:sldMk cId="929662162" sldId="266"/>
            <ac:spMk id="2" creationId="{B8E2C7C7-64D6-E14D-3E32-BC4986487299}"/>
          </ac:spMkLst>
        </pc:spChg>
        <pc:spChg chg="add del mod">
          <ac:chgData name="Indhumathi S" userId="84cc7a686912fe65" providerId="LiveId" clId="{67C48E11-83B9-4CF9-BAE2-9D5ED5FA63A5}" dt="2026-01-09T07:58:50.711" v="591"/>
          <ac:spMkLst>
            <pc:docMk/>
            <pc:sldMk cId="929662162" sldId="266"/>
            <ac:spMk id="4" creationId="{F56E1EBC-0B26-916D-F851-166507B63C9F}"/>
          </ac:spMkLst>
        </pc:spChg>
        <pc:picChg chg="add mod">
          <ac:chgData name="Indhumathi S" userId="84cc7a686912fe65" providerId="LiveId" clId="{67C48E11-83B9-4CF9-BAE2-9D5ED5FA63A5}" dt="2026-01-09T13:38:32.962" v="609" actId="1076"/>
          <ac:picMkLst>
            <pc:docMk/>
            <pc:sldMk cId="929662162" sldId="266"/>
            <ac:picMk id="6" creationId="{92C9B66C-B231-A892-F3AB-B3AEA168CB81}"/>
          </ac:picMkLst>
        </pc:picChg>
        <pc:picChg chg="add del mod ord">
          <ac:chgData name="Indhumathi S" userId="84cc7a686912fe65" providerId="LiveId" clId="{67C48E11-83B9-4CF9-BAE2-9D5ED5FA63A5}" dt="2026-01-09T07:58:11.211" v="590" actId="478"/>
          <ac:picMkLst>
            <pc:docMk/>
            <pc:sldMk cId="929662162" sldId="266"/>
            <ac:picMk id="9" creationId="{52156F78-EFA4-A4F4-BF19-AB5567A1C5CB}"/>
          </ac:picMkLst>
        </pc:picChg>
      </pc:sldChg>
      <pc:sldChg chg="addSp delSp modSp new mod ord">
        <pc:chgData name="Indhumathi S" userId="84cc7a686912fe65" providerId="LiveId" clId="{67C48E11-83B9-4CF9-BAE2-9D5ED5FA63A5}" dt="2026-01-09T13:35:26.663" v="606" actId="1076"/>
        <pc:sldMkLst>
          <pc:docMk/>
          <pc:sldMk cId="1447215088" sldId="267"/>
        </pc:sldMkLst>
        <pc:spChg chg="mod">
          <ac:chgData name="Indhumathi S" userId="84cc7a686912fe65" providerId="LiveId" clId="{67C48E11-83B9-4CF9-BAE2-9D5ED5FA63A5}" dt="2026-01-08T08:00:18.192" v="565" actId="1076"/>
          <ac:spMkLst>
            <pc:docMk/>
            <pc:sldMk cId="1447215088" sldId="267"/>
            <ac:spMk id="2" creationId="{5B8FD9BD-048E-EA6B-B13E-53645D9E1894}"/>
          </ac:spMkLst>
        </pc:spChg>
        <pc:spChg chg="add del mod">
          <ac:chgData name="Indhumathi S" userId="84cc7a686912fe65" providerId="LiveId" clId="{67C48E11-83B9-4CF9-BAE2-9D5ED5FA63A5}" dt="2026-01-09T07:51:49.703" v="588" actId="20577"/>
          <ac:spMkLst>
            <pc:docMk/>
            <pc:sldMk cId="1447215088" sldId="267"/>
            <ac:spMk id="3" creationId="{3449CF2F-DE39-8202-578C-4E300D40342B}"/>
          </ac:spMkLst>
        </pc:spChg>
        <pc:spChg chg="add">
          <ac:chgData name="Indhumathi S" userId="84cc7a686912fe65" providerId="LiveId" clId="{67C48E11-83B9-4CF9-BAE2-9D5ED5FA63A5}" dt="2026-01-09T07:51:37.129" v="584"/>
          <ac:spMkLst>
            <pc:docMk/>
            <pc:sldMk cId="1447215088" sldId="267"/>
            <ac:spMk id="4" creationId="{B1516BF4-F38D-617C-BADB-B7AC8CF830DB}"/>
          </ac:spMkLst>
        </pc:spChg>
        <pc:spChg chg="add mod">
          <ac:chgData name="Indhumathi S" userId="84cc7a686912fe65" providerId="LiveId" clId="{67C48E11-83B9-4CF9-BAE2-9D5ED5FA63A5}" dt="2026-01-08T05:49:33.368" v="492"/>
          <ac:spMkLst>
            <pc:docMk/>
            <pc:sldMk cId="1447215088" sldId="267"/>
            <ac:spMk id="4" creationId="{C872BE04-1F51-35A6-B508-6C2B15CCBE0D}"/>
          </ac:spMkLst>
        </pc:spChg>
        <pc:picChg chg="add mod">
          <ac:chgData name="Indhumathi S" userId="84cc7a686912fe65" providerId="LiveId" clId="{67C48E11-83B9-4CF9-BAE2-9D5ED5FA63A5}" dt="2026-01-09T13:35:26.663" v="606" actId="1076"/>
          <ac:picMkLst>
            <pc:docMk/>
            <pc:sldMk cId="1447215088" sldId="267"/>
            <ac:picMk id="6" creationId="{6C6DD96D-43FC-C802-1FB5-1E1253ABB6FC}"/>
          </ac:picMkLst>
        </pc:picChg>
      </pc:sldChg>
      <pc:sldChg chg="new del">
        <pc:chgData name="Indhumathi S" userId="84cc7a686912fe65" providerId="LiveId" clId="{67C48E11-83B9-4CF9-BAE2-9D5ED5FA63A5}" dt="2026-01-08T05:57:11.575" v="540" actId="2696"/>
        <pc:sldMkLst>
          <pc:docMk/>
          <pc:sldMk cId="3797711122" sldId="268"/>
        </pc:sldMkLst>
      </pc:sldChg>
      <pc:sldChg chg="addSp modSp new mod">
        <pc:chgData name="Indhumathi S" userId="84cc7a686912fe65" providerId="LiveId" clId="{67C48E11-83B9-4CF9-BAE2-9D5ED5FA63A5}" dt="2026-01-08T05:57:03.661" v="539" actId="255"/>
        <pc:sldMkLst>
          <pc:docMk/>
          <pc:sldMk cId="3605627313" sldId="269"/>
        </pc:sldMkLst>
        <pc:spChg chg="mod">
          <ac:chgData name="Indhumathi S" userId="84cc7a686912fe65" providerId="LiveId" clId="{67C48E11-83B9-4CF9-BAE2-9D5ED5FA63A5}" dt="2026-01-08T05:57:03.661" v="539" actId="255"/>
          <ac:spMkLst>
            <pc:docMk/>
            <pc:sldMk cId="3605627313" sldId="269"/>
            <ac:spMk id="2" creationId="{4AB8C458-C7AF-36B1-4408-698DEB300B69}"/>
          </ac:spMkLst>
        </pc:spChg>
        <pc:spChg chg="add mod">
          <ac:chgData name="Indhumathi S" userId="84cc7a686912fe65" providerId="LiveId" clId="{67C48E11-83B9-4CF9-BAE2-9D5ED5FA63A5}" dt="2026-01-08T05:56:49.868" v="537" actId="33987"/>
          <ac:spMkLst>
            <pc:docMk/>
            <pc:sldMk cId="3605627313" sldId="269"/>
            <ac:spMk id="3" creationId="{E574E718-F10D-2B0E-CE3D-5890F47664FF}"/>
          </ac:spMkLst>
        </pc:spChg>
      </pc:sldChg>
      <pc:sldChg chg="modSp new del mod">
        <pc:chgData name="Indhumathi S" userId="84cc7a686912fe65" providerId="LiveId" clId="{67C48E11-83B9-4CF9-BAE2-9D5ED5FA63A5}" dt="2026-01-09T14:04:59.995" v="655" actId="2696"/>
        <pc:sldMkLst>
          <pc:docMk/>
          <pc:sldMk cId="618681420" sldId="270"/>
        </pc:sldMkLst>
        <pc:spChg chg="mod">
          <ac:chgData name="Indhumathi S" userId="84cc7a686912fe65" providerId="LiveId" clId="{67C48E11-83B9-4CF9-BAE2-9D5ED5FA63A5}" dt="2026-01-09T14:03:57.139" v="636" actId="14100"/>
          <ac:spMkLst>
            <pc:docMk/>
            <pc:sldMk cId="618681420" sldId="270"/>
            <ac:spMk id="2" creationId="{2F13EB11-0604-BEDC-742A-FE1827F76588}"/>
          </ac:spMkLst>
        </pc:spChg>
        <pc:spChg chg="mod">
          <ac:chgData name="Indhumathi S" userId="84cc7a686912fe65" providerId="LiveId" clId="{67C48E11-83B9-4CF9-BAE2-9D5ED5FA63A5}" dt="2026-01-09T14:04:32.725" v="654" actId="6549"/>
          <ac:spMkLst>
            <pc:docMk/>
            <pc:sldMk cId="618681420" sldId="270"/>
            <ac:spMk id="3" creationId="{65F7F9CB-4327-6BC6-6689-BCEE7C0E2D21}"/>
          </ac:spMkLst>
        </pc:spChg>
      </pc:sldChg>
      <pc:sldChg chg="modSp new mod">
        <pc:chgData name="Indhumathi S" userId="84cc7a686912fe65" providerId="LiveId" clId="{67C48E11-83B9-4CF9-BAE2-9D5ED5FA63A5}" dt="2026-01-09T14:18:20.936" v="1015" actId="20577"/>
        <pc:sldMkLst>
          <pc:docMk/>
          <pc:sldMk cId="2995630915" sldId="270"/>
        </pc:sldMkLst>
        <pc:spChg chg="mod">
          <ac:chgData name="Indhumathi S" userId="84cc7a686912fe65" providerId="LiveId" clId="{67C48E11-83B9-4CF9-BAE2-9D5ED5FA63A5}" dt="2026-01-09T14:14:20.822" v="870" actId="2711"/>
          <ac:spMkLst>
            <pc:docMk/>
            <pc:sldMk cId="2995630915" sldId="270"/>
            <ac:spMk id="2" creationId="{1E69EE73-CE44-B2CC-4594-1E2243D568A6}"/>
          </ac:spMkLst>
        </pc:spChg>
        <pc:spChg chg="mod">
          <ac:chgData name="Indhumathi S" userId="84cc7a686912fe65" providerId="LiveId" clId="{67C48E11-83B9-4CF9-BAE2-9D5ED5FA63A5}" dt="2026-01-09T14:18:20.936" v="1015" actId="20577"/>
          <ac:spMkLst>
            <pc:docMk/>
            <pc:sldMk cId="2995630915" sldId="270"/>
            <ac:spMk id="3" creationId="{447F3837-C057-9C3E-57B9-B0F54A0E9C2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83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30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46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89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09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80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86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11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795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41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119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9094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774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46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636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454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116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4C0C2DE-7A76-4B75-8D8B-91DAF177FB3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C92B6BA-437E-444D-B09E-567C05F1E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904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  <p:sldLayoutId id="2147483818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4D542-C75A-48E7-0E67-F2DCAA16F4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Covid-19 Dataset</a:t>
            </a:r>
            <a:endParaRPr lang="en-IN" sz="8800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B3664-4062-68E3-3AEC-F70C89E29F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r"/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S . Indhumathi</a:t>
            </a:r>
          </a:p>
          <a:p>
            <a:pPr algn="r"/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: Oct-2025</a:t>
            </a:r>
          </a:p>
          <a:p>
            <a:pPr algn="r"/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Data Analytics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0464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D54A-2B09-664F-7CFB-734833D0D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47" y="618518"/>
            <a:ext cx="10556180" cy="122503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Covid-19 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E31BA-34B1-F96E-3787-83E745C3C0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2046" y="2138516"/>
            <a:ext cx="10555554" cy="365268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COVID-19 dataset is analyzed in Power BI to understand global pandemic trends.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data on confirmed cases, deaths, recoveries, and active cases across countries and regions.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visuals are used to compare country-wise and WHO region-wise impact.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helps transform raw data into interactive and meaningful insights.</a:t>
            </a:r>
            <a:endParaRPr lang="en-IN" cap="none" dirty="0"/>
          </a:p>
        </p:txBody>
      </p:sp>
    </p:spTree>
    <p:extLst>
      <p:ext uri="{BB962C8B-B14F-4D97-AF65-F5344CB8AC3E}">
        <p14:creationId xmlns:p14="http://schemas.microsoft.com/office/powerpoint/2010/main" val="2504087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A2330-89FC-2107-D6E7-940BCDB1D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413" y="618517"/>
            <a:ext cx="10481813" cy="135776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Cleaning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CDA18-36DF-9A00-804B-E4F49F87CB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327356"/>
            <a:ext cx="10599174" cy="553064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Recovery Percentage</a:t>
            </a:r>
          </a:p>
          <a:p>
            <a:pPr marL="0" indent="0">
              <a:buNone/>
            </a:pPr>
            <a:r>
              <a:rPr lang="en-US" sz="16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"Recovery Percentage", =  ([Recovered]/[Confirmed])*100)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Conditional Column Using</a:t>
            </a:r>
          </a:p>
          <a:p>
            <a:pPr marL="0" indent="0">
              <a:buNone/>
            </a:pPr>
            <a:r>
              <a:rPr lang="en-US" sz="16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"Case Status", Each If [Deaths] &gt;= 100000 Then "High Risk" Else If [Deaths] &gt;= 50000 Then "Medium Risk" Else "Low Risk")</a:t>
            </a:r>
            <a:endParaRPr lang="en-US" sz="1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Or Invalid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Data For Accurate Analysis</a:t>
            </a:r>
          </a:p>
          <a:p>
            <a:pPr marL="0" indent="0">
              <a:buNone/>
            </a:pPr>
            <a:endParaRPr lang="en-IN" cap="non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06FC2B-8160-210B-5FB7-808861443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760" y="2973397"/>
            <a:ext cx="7565923" cy="381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5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937B-4139-D0D4-2165-10FD98A87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45" y="103239"/>
            <a:ext cx="10776782" cy="96356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E657A-BEF0-4D50-DBC6-7DF9EA37C3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819" y="899652"/>
            <a:ext cx="10776781" cy="4891548"/>
          </a:xfrm>
        </p:spPr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were created to calculate Total Confirmed Cases, Total Deaths, and Total Recovered Cases.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measures such as Recovery Rate and Death Rate help evaluate COVID-19 impact.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BB6CB3-4DD4-E74E-48B5-1091BB68E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741" y="1863214"/>
            <a:ext cx="3180736" cy="472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712513-79F3-79F2-A675-96479F44C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462981"/>
            <a:ext cx="6472019" cy="372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84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EE73-CE44-B2CC-4594-1E2243D56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2" cy="112179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Formula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F3837-C057-9C3E-57B9-B0F54A0E9C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148" y="1873046"/>
            <a:ext cx="10364452" cy="3918154"/>
          </a:xfrm>
        </p:spPr>
        <p:txBody>
          <a:bodyPr/>
          <a:lstStyle/>
          <a:p>
            <a:pPr marL="0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Countries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10 Countries = </a:t>
            </a:r>
            <a:r>
              <a:rPr lang="en-US" cap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TopN</a:t>
            </a:r>
            <a:r>
              <a:rPr lang="en-US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(10,values('covid-19'[country/Region]), [Total Confirmed Cases],desc)</a:t>
            </a:r>
          </a:p>
          <a:p>
            <a:pPr marL="0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Death And Recovered Cases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Death And Recovered Case = Sum('covid-19'[deaths])+sum('covid-19'[recovered])</a:t>
            </a:r>
          </a:p>
          <a:p>
            <a:pPr marL="0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Death Rate Percentage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Death Rate % = Divide([total Death],[total Confirmed Cases],0)*100</a:t>
            </a:r>
          </a:p>
          <a:p>
            <a:pPr marL="0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Confirmed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 Confirmed Case = Calculate([Total Confirmed Cases],’Covid-19’[Confirmed]=“India”)</a:t>
            </a:r>
          </a:p>
          <a:p>
            <a:pPr marL="0" indent="0">
              <a:buNone/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630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FD9BD-048E-EA6B-B13E-53645D9E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89" y="353047"/>
            <a:ext cx="10511311" cy="73833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Region-wise COVID-19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9CF2F-DE39-8202-578C-4E300D4034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1091381"/>
            <a:ext cx="10363200" cy="5766619"/>
          </a:xfrm>
        </p:spPr>
        <p:txBody>
          <a:bodyPr>
            <a:normAutofit/>
          </a:bodyPr>
          <a:lstStyle/>
          <a:p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COVID-19 deaths and recoveries across different World Health Organization regions.</a:t>
            </a:r>
          </a:p>
          <a:p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Americas and Europe experienced the highest impact, while Africa and the Western Pacific reported lower case volumes.</a:t>
            </a:r>
          </a:p>
          <a:p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recovery numbers in most regions indicate improved healthcare response.</a:t>
            </a:r>
            <a:endParaRPr lang="en-IN" sz="1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6DD96D-43FC-C802-1FB5-1E1253ABB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703" y="2955327"/>
            <a:ext cx="5812161" cy="369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15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C7C7-64D6-E14D-3E32-BC4986487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35" y="382544"/>
            <a:ext cx="10334329" cy="101855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Country/Region-wise COVID-19 Case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C9B66C-B231-A892-F3AB-B3AEA168CB8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268" y="1566065"/>
            <a:ext cx="7563463" cy="4570177"/>
          </a:xfrm>
        </p:spPr>
      </p:pic>
    </p:spTree>
    <p:extLst>
      <p:ext uri="{BB962C8B-B14F-4D97-AF65-F5344CB8AC3E}">
        <p14:creationId xmlns:p14="http://schemas.microsoft.com/office/powerpoint/2010/main" val="929662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D27B-D23A-C3EF-2A92-3E0494F34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795" y="222743"/>
            <a:ext cx="10526058" cy="107754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8AB823-1D74-0A7E-6FB3-91AC650CB3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8EC0C2-4087-5906-C8EA-76BDC2F1B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44" y="1489587"/>
            <a:ext cx="11322159" cy="525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24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8261-9CC3-F1AA-FF87-FFD10A73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2" cy="94724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Influences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F97AC-0A38-23E0-B268-817148EFBC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CA18DB-0A91-A18E-B45E-3AE9B8526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0" y="1580510"/>
            <a:ext cx="9571703" cy="502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67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5A43-0719-F87C-736A-A07AE731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8" y="618517"/>
            <a:ext cx="10349078" cy="84157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682DD-5A08-8C6D-F7D5-07D43F65CE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7419" y="1460090"/>
            <a:ext cx="10540181" cy="5176684"/>
          </a:xfrm>
        </p:spPr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Regions Such As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America, Europe, And Asia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Higher Case Concentrations Compared To Other Continents.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Geographical Trend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5E62A9-825F-4F9E-025F-141FA9736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018" y="2831690"/>
            <a:ext cx="7553633" cy="358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26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4EB6-5220-963B-C040-FACC270C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2" cy="122503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1BEFB-78E5-682C-E1E4-DA95F305BE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214694"/>
            <a:ext cx="10363825" cy="357650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cases showed a rapid increase during peak periods, followed by gradual stabilization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America, Europe, and Asia emerged as the most affected regions based on confirmed case counts.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rates improved steadily, indicating better healthcare response and treatment effectiveness.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and time-based analysis helped identify hotspot regions and critical periods for intervention.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51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B76F-F7C4-7914-0AE2-9F05C2AB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54B71-9235-BC1B-E410-544E127B31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Power BI project effectively analyzes global COVID-19 data using interactive dashboards and visualizations.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highlights key trends in confirmed cases, deaths, and recoveries across countries and WHO regions.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and Power BI visuals helped transform raw data into meaningful insights.</a:t>
            </a:r>
          </a:p>
          <a:p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project demonstrates how data analytics supports better understanding and decision-making in public health.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827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C458-C7AF-36B1-4408-698DEB30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969" y="3730426"/>
            <a:ext cx="10364451" cy="1596177"/>
          </a:xfrm>
        </p:spPr>
        <p:txBody>
          <a:bodyPr>
            <a:normAutofit/>
          </a:bodyPr>
          <a:lstStyle/>
          <a:p>
            <a:r>
              <a:rPr lang="en-US" sz="96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9600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62731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380</TotalTime>
  <Words>485</Words>
  <Application>Microsoft Office PowerPoint</Application>
  <PresentationFormat>Widescreen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Times New Roman</vt:lpstr>
      <vt:lpstr>Tw Cen MT</vt:lpstr>
      <vt:lpstr>Wingdings</vt:lpstr>
      <vt:lpstr>Droplet</vt:lpstr>
      <vt:lpstr>Covid-19 Dataset</vt:lpstr>
      <vt:lpstr>Overview of Covid-19 Dataset</vt:lpstr>
      <vt:lpstr>Data Preparation &amp; Cleaning </vt:lpstr>
      <vt:lpstr>DAX Measures </vt:lpstr>
      <vt:lpstr>Dax Measures Formula</vt:lpstr>
      <vt:lpstr>WHO Region-wise COVID-19 Impact</vt:lpstr>
      <vt:lpstr>Country/Region-wise COVID-19 Case</vt:lpstr>
      <vt:lpstr>Dashboard Overview</vt:lpstr>
      <vt:lpstr>Key Influences</vt:lpstr>
      <vt:lpstr>Map Analysis</vt:lpstr>
      <vt:lpstr>Key insights</vt:lpstr>
      <vt:lpstr>Conclusion &amp; Recommendations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Indhumathi S</dc:creator>
  <cp:lastModifiedBy>Indhumathi S</cp:lastModifiedBy>
  <cp:revision>1</cp:revision>
  <dcterms:created xsi:type="dcterms:W3CDTF">2026-01-07T15:00:32Z</dcterms:created>
  <dcterms:modified xsi:type="dcterms:W3CDTF">2026-01-09T14:55:12Z</dcterms:modified>
</cp:coreProperties>
</file>